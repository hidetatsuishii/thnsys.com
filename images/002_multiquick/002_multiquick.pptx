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94660"/>
  </p:normalViewPr>
  <p:slideViewPr>
    <p:cSldViewPr snapToGrid="0">
      <p:cViewPr varScale="1">
        <p:scale>
          <a:sx n="80" d="100"/>
          <a:sy n="80" d="100"/>
        </p:scale>
        <p:origin x="4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235A4E-79D1-EFFD-CFA5-A7F112891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2E098B1-70E7-4EC5-144D-FFB94A74C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91A31C-E8A0-025F-E080-9F379E371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25BA1A-E812-1F44-6909-EBBD80EE0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A4A80C-903D-B729-690C-FCCB0FB2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489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D957CB-EA8D-83A3-A584-C4FEADFEB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A21606-43B6-ABB3-E2BF-075A6F5EB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391D18-6741-154D-ACA7-58B4BDC87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D96A56-D989-320E-1034-A6DC069FB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648FE3-D84E-B7EC-EEAC-E6596432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403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5AF930-F779-7654-C55E-DA28610D6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963DAE-3280-92E3-438D-4B5408219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9D73F9-38D4-8B2F-9AFE-9698C3DFE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D98295-49F2-79BA-419F-EC201FA90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03C432-AC48-7112-26FC-A1CCC7561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3369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33E384-5F04-1B07-A1C6-C8B550DF0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26E2A5-A6C7-0CAD-6B07-89198B2FA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DB0FEE5-13F0-C279-63FB-4A18436F6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50A393-3F6A-4EEC-4E9B-A5A98C302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B80E0BC-2F26-70DB-67F1-C91A04E14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DAD7704-4DE5-CA2A-7791-5388424BF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8137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9227B9-859E-AE75-CABA-6B1D0F14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93A51A-1591-1EEE-9583-B90C6F35C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0BF3E9E-D051-9317-8077-786614747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BE5FDC8-1E89-9A1D-463A-73B00F849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B856B6C-6275-61EB-69A6-FE04FD7CEC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C569816-9694-3229-5591-3682B6C9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493CCDD-4CE0-6B9E-510F-BF049169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C042E15-AFC1-D108-7FA8-64D12FA1A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6579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BAB012-2A52-5691-F879-443704CA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EF8C168-305A-D215-6E8A-3DF45F4D9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5D6B057-5510-A486-FEE9-7A84E4628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79E5724-A74B-87C9-B1AE-A4C07664D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3223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5FE89FE-FABC-C71F-14DF-70F7E497D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BE45380-9086-BF01-DB07-68632AC04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C12502-3FCD-DDC4-0884-2C20B0371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2953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00EED2-BD56-7223-99C8-9A07232BB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92F37C-9968-1DB6-3A33-D7F52E2EA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64D538D-579F-E5C1-63B7-A45E2FDE3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AA74EE-D5D3-0BE2-ABC7-0F2241525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37DA31-9F5D-3D45-305C-3F6B399F5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8BD39C-3C6D-611D-E963-9703C443C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036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4B21E9-D36A-8B4C-B31F-2B3A216A8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CFBFE67-147A-AC39-5E81-28C1893E8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282BCA-6DB6-6C07-E046-8786EE459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5DA908-BDD1-54F2-4996-AD845384F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67D7E54-E883-CC3B-5462-E3942BB25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3592BE-5F49-6E6A-EC75-BB88362D0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773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A8AB00-50B3-C61A-3CDC-02F59BE2D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0281968-8625-2AF0-F642-46FB909B1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A761D7-9181-27A6-CAA7-FB7CE3AA6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ADED3F-5047-874E-B39E-7C2EB5E2F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1A120D-7D8E-25D4-DBF1-7C738B73C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1968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9AA8C23-5898-3612-6804-F70CDE9D1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FAD9B8-7E53-04B1-6E98-2C6731421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CFFB44-1996-43CB-1456-703F7F3BF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6B2AFB-E590-49A1-33A1-FF50A9171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3B5350-92AC-E59A-1269-B1A02EA0B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9226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9DC2683-920F-F699-82C2-76BA5A123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B886B8C-2AA8-2403-A6BC-4113CA7E3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20BC70-FE75-3A57-F21A-22F9C7B69C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CEFC9-8389-4AB9-928D-33999C1E90F2}" type="datetimeFigureOut">
              <a:rPr kumimoji="1" lang="ja-JP" altLang="en-US" smtClean="0"/>
              <a:t>2026/1/25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7C8E13-74A2-8829-4885-94E15124E9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B83D88-D3AC-733F-E855-9E2E404C1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6797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C5075-740B-33B0-8643-203FFACCE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グラフィカル ユーザー インターフェイス, 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C5020AE7-DB45-7896-B635-694F1D755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76" y="1208812"/>
            <a:ext cx="4021585" cy="29593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図 4" descr="タイムライン&#10;&#10;AI 生成コンテンツは誤りを含む可能性があります。">
            <a:extLst>
              <a:ext uri="{FF2B5EF4-FFF2-40B4-BE49-F238E27FC236}">
                <a16:creationId xmlns:a16="http://schemas.microsoft.com/office/drawing/2014/main" id="{209CD7D9-B2AE-EE8F-46A8-B3174BF06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693" y="2252085"/>
            <a:ext cx="4340097" cy="31158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図 2" descr="グラフ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38E10AB-152B-3428-FD53-E61B67C241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100" y="3478720"/>
            <a:ext cx="4614157" cy="3163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図 8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CD21D47F-BE26-8349-59E6-1C82867C33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212" y="1650873"/>
            <a:ext cx="4642512" cy="41578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DBFBE9AD-E3A6-648A-5E3A-472B158EB3D1}"/>
              </a:ext>
            </a:extLst>
          </p:cNvPr>
          <p:cNvSpPr/>
          <p:nvPr/>
        </p:nvSpPr>
        <p:spPr>
          <a:xfrm>
            <a:off x="3535680" y="3063241"/>
            <a:ext cx="3360849" cy="796480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図 14" descr="テキスト, 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A2ADBF5A-B8D2-130B-6A6A-6BD976BB77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391" y="236782"/>
            <a:ext cx="2243589" cy="839438"/>
          </a:xfrm>
          <a:prstGeom prst="rect">
            <a:avLst/>
          </a:prstGeom>
        </p:spPr>
      </p:pic>
      <p:pic>
        <p:nvPicPr>
          <p:cNvPr id="18" name="グラフィックス 17">
            <a:extLst>
              <a:ext uri="{FF2B5EF4-FFF2-40B4-BE49-F238E27FC236}">
                <a16:creationId xmlns:a16="http://schemas.microsoft.com/office/drawing/2014/main" id="{707963BF-4E2F-A2BD-C2FC-FD239BE81C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57135" y="201548"/>
            <a:ext cx="3219450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09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9C27C-D275-4752-2D9E-E0208890B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D2305452-F8B4-062E-86B9-99074F0AB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13" y="1630723"/>
            <a:ext cx="5491701" cy="32438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E1F020C-F449-2958-D869-A714AB491872}"/>
              </a:ext>
            </a:extLst>
          </p:cNvPr>
          <p:cNvSpPr/>
          <p:nvPr/>
        </p:nvSpPr>
        <p:spPr>
          <a:xfrm>
            <a:off x="1337884" y="2827090"/>
            <a:ext cx="3697357" cy="13956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98E40816-D535-BC6A-243A-DA890EF78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752" y="1071978"/>
            <a:ext cx="4667406" cy="47140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矢印: 右 3">
            <a:extLst>
              <a:ext uri="{FF2B5EF4-FFF2-40B4-BE49-F238E27FC236}">
                <a16:creationId xmlns:a16="http://schemas.microsoft.com/office/drawing/2014/main" id="{54D42984-52EF-10B4-34E5-676E172F5F7E}"/>
              </a:ext>
            </a:extLst>
          </p:cNvPr>
          <p:cNvSpPr/>
          <p:nvPr/>
        </p:nvSpPr>
        <p:spPr>
          <a:xfrm>
            <a:off x="5863904" y="3176390"/>
            <a:ext cx="1133292" cy="697071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990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76081-8CA9-BCAA-6336-A364B8794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AB91B47E-B86D-3E3B-05D3-3E9682DD6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91342"/>
            <a:ext cx="5809874" cy="33117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図 4" descr="グラフィカル ユーザー インターフェイス, 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B6F14987-9286-83CD-4213-BBA9B90C4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72" y="1991343"/>
            <a:ext cx="5654647" cy="33117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矢印: 右 5">
            <a:extLst>
              <a:ext uri="{FF2B5EF4-FFF2-40B4-BE49-F238E27FC236}">
                <a16:creationId xmlns:a16="http://schemas.microsoft.com/office/drawing/2014/main" id="{BB746758-5B50-8346-13A1-61FF29480E83}"/>
              </a:ext>
            </a:extLst>
          </p:cNvPr>
          <p:cNvSpPr/>
          <p:nvPr/>
        </p:nvSpPr>
        <p:spPr>
          <a:xfrm rot="21029869">
            <a:off x="4167577" y="3794759"/>
            <a:ext cx="2686447" cy="697071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5616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1E8EB-0CEE-2DB8-1712-E2C28FF1A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899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1B86E-4649-EA24-B019-ABF139C85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4712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1CBC3-E0C2-C7DF-3328-A39011F27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0954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713CD-B8CF-3C71-D18E-B343F7076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643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C7840-4AAD-73EA-FC05-6DE1953C2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438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5644</TotalTime>
  <Words>0</Words>
  <Application>Microsoft Office PowerPoint</Application>
  <PresentationFormat>ワイド画面</PresentationFormat>
  <Paragraphs>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東宝ハウスNEXT 石井 秀龍</dc:creator>
  <cp:lastModifiedBy>東宝ハウスNEXT 石井 秀龍</cp:lastModifiedBy>
  <cp:revision>6</cp:revision>
  <dcterms:created xsi:type="dcterms:W3CDTF">2026-01-08T08:33:31Z</dcterms:created>
  <dcterms:modified xsi:type="dcterms:W3CDTF">2026-01-25T05:21:48Z</dcterms:modified>
</cp:coreProperties>
</file>