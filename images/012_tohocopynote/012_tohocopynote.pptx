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35A4E-79D1-EFFD-CFA5-A7F112891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E098B1-70E7-4EC5-144D-FFB94A74C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91A31C-E8A0-025F-E080-9F379E37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5BA1A-E812-1F44-6909-EBBD80EE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A4A80C-903D-B729-690C-FCCB0FB2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89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957CB-EA8D-83A3-A584-C4FEADFE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A21606-43B6-ABB3-E2BF-075A6F5E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391D18-6741-154D-ACA7-58B4BDC8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D96A56-D989-320E-1034-A6DC069F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48FE3-D84E-B7EC-EEAC-E6596432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03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AF930-F779-7654-C55E-DA28610D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963DAE-3280-92E3-438D-4B540821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9D73F9-38D4-8B2F-9AFE-9698C3DF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98295-49F2-79BA-419F-EC201FA9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03C432-AC48-7112-26FC-A1CCC756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36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33E384-5F04-1B07-A1C6-C8B550DF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26E2A5-A6C7-0CAD-6B07-89198B2FA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0FEE5-13F0-C279-63FB-4A18436F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50A393-3F6A-4EEC-4E9B-A5A98C30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80E0BC-2F26-70DB-67F1-C91A04E1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AD7704-4DE5-CA2A-7791-5388424B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13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227B9-859E-AE75-CABA-6B1D0F14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93A51A-1591-1EEE-9583-B90C6F35C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BF3E9E-D051-9317-8077-78661474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E5FDC8-1E89-9A1D-463A-73B00F84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B856B6C-6275-61EB-69A6-FE04FD7CE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569816-9694-3229-5591-3682B6C9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93CCDD-4CE0-6B9E-510F-BF049169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042E15-AFC1-D108-7FA8-64D12FA1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7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AB012-2A52-5691-F879-443704CA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F8C168-305A-D215-6E8A-3DF45F4D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D6B057-5510-A486-FEE9-7A84E462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9E5724-A74B-87C9-B1AE-A4C0766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22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FE89FE-FABC-C71F-14DF-70F7E497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E45380-9086-BF01-DB07-68632AC0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12502-3FCD-DDC4-0884-2C20B03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95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00EED2-BD56-7223-99C8-9A07232B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92F37C-9968-1DB6-3A33-D7F52E2E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D538D-579F-E5C1-63B7-A45E2FDE3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A74EE-D5D3-0BE2-ABC7-0F224152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37DA31-9F5D-3D45-305C-3F6B399F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BD39C-3C6D-611D-E963-9703C443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B21E9-D36A-8B4C-B31F-2B3A216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FBFE67-147A-AC39-5E81-28C1893E8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282BCA-6DB6-6C07-E046-8786EE459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5DA908-BDD1-54F2-4996-AD845384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7D7E54-E883-CC3B-5462-E3942BB2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3592BE-5F49-6E6A-EC75-BB88362D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7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8AB00-50B3-C61A-3CDC-02F59BE2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281968-8625-2AF0-F642-46FB909B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761D7-9181-27A6-CAA7-FB7CE3AA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ADED3F-5047-874E-B39E-7C2EB5E2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1A120D-7D8E-25D4-DBF1-7C738B73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9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AA8C23-5898-3612-6804-F70CDE9D1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FAD9B8-7E53-04B1-6E98-2C673142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FFB44-1996-43CB-1456-703F7F3B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6B2AFB-E590-49A1-33A1-FF50A917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3B5350-92AC-E59A-1269-B1A02EA0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22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DC2683-920F-F699-82C2-76BA5A12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886B8C-2AA8-2403-A6BC-4113CA7E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20BC70-FE75-3A57-F21A-22F9C7B69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CEFC9-8389-4AB9-928D-33999C1E90F2}" type="datetimeFigureOut">
              <a:rPr kumimoji="1" lang="ja-JP" altLang="en-US" smtClean="0"/>
              <a:t>2026/1/11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7C8E13-74A2-8829-4885-94E15124E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B83D88-D3AC-733F-E855-9E2E404C1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79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5075-740B-33B0-8643-203FFACC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90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C27C-D275-4752-2D9E-E0208890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90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6081-8CA9-BCAA-6336-A364B879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61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E8EB-0CEE-2DB8-1712-E2C28FF1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9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B86E-4649-EA24-B019-ABF139C8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71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CBC3-E0C2-C7DF-3328-A39011F2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954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13CD-B8CF-3C71-D18E-B343F707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4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7840-4AAD-73EA-FC05-6DE1953C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43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5448</TotalTime>
  <Words>0</Words>
  <Application>Microsoft Office PowerPoint</Application>
  <PresentationFormat>ワイド画面</PresentationFormat>
  <Paragraphs>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東宝ハウスNEXT 石井 秀龍</dc:creator>
  <cp:lastModifiedBy>東宝ハウスNEXT 石井 秀龍</cp:lastModifiedBy>
  <cp:revision>4</cp:revision>
  <dcterms:created xsi:type="dcterms:W3CDTF">2026-01-08T08:33:31Z</dcterms:created>
  <dcterms:modified xsi:type="dcterms:W3CDTF">2026-01-12T03:23:55Z</dcterms:modified>
</cp:coreProperties>
</file>