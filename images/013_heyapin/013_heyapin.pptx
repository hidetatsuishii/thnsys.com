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2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F0FE765-4CFF-8813-2FEB-CCE911D0F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28" y="949553"/>
            <a:ext cx="6511932" cy="49588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 descr="矢印&#10;&#10;AI 生成コンテンツは誤りを含む可能性があります。">
            <a:extLst>
              <a:ext uri="{FF2B5EF4-FFF2-40B4-BE49-F238E27FC236}">
                <a16:creationId xmlns:a16="http://schemas.microsoft.com/office/drawing/2014/main" id="{139F78FD-71E1-D9FD-DC41-0F4A2637B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095" y="2334205"/>
            <a:ext cx="1363152" cy="1363152"/>
          </a:xfrm>
          <a:prstGeom prst="rect">
            <a:avLst/>
          </a:prstGeom>
        </p:spPr>
      </p:pic>
      <p:pic>
        <p:nvPicPr>
          <p:cNvPr id="7" name="図 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5F26984-FCDB-E693-0665-232720B29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177" y="1178782"/>
            <a:ext cx="3219850" cy="3860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1E680A9D-2695-6DCF-FDDC-D41550BC06DB}"/>
              </a:ext>
            </a:extLst>
          </p:cNvPr>
          <p:cNvSpPr/>
          <p:nvPr/>
        </p:nvSpPr>
        <p:spPr>
          <a:xfrm>
            <a:off x="5009984" y="2565735"/>
            <a:ext cx="1732722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91D3-43E3-8F19-F291-7A14F2301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C3327BF2-7EB1-C53D-6D26-CA539A47A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29" y="827913"/>
            <a:ext cx="6511932" cy="4958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24A0179B-7740-8BA8-BFB1-767F404E6FED}"/>
              </a:ext>
            </a:extLst>
          </p:cNvPr>
          <p:cNvSpPr/>
          <p:nvPr/>
        </p:nvSpPr>
        <p:spPr>
          <a:xfrm flipH="1">
            <a:off x="7413824" y="4587482"/>
            <a:ext cx="1679841" cy="60494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811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D02423-B993-E817-55F4-356B4EDBECAC}"/>
              </a:ext>
            </a:extLst>
          </p:cNvPr>
          <p:cNvSpPr/>
          <p:nvPr/>
        </p:nvSpPr>
        <p:spPr>
          <a:xfrm>
            <a:off x="5090088" y="6256426"/>
            <a:ext cx="772885" cy="511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9579F14-7CE6-EEB4-40E4-4C3BC966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881618"/>
            <a:ext cx="7509741" cy="5630622"/>
          </a:xfrm>
          <a:prstGeom prst="rect">
            <a:avLst/>
          </a:prstGeom>
        </p:spPr>
      </p:pic>
      <p:pic>
        <p:nvPicPr>
          <p:cNvPr id="17" name="図 1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19B0029F-BD4F-CEE1-B82A-75CE314FA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636" y="1225550"/>
            <a:ext cx="2559348" cy="46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10420</TotalTime>
  <Words>0</Words>
  <Application>Microsoft Office PowerPoint</Application>
  <PresentationFormat>ワイド画面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7</cp:revision>
  <dcterms:created xsi:type="dcterms:W3CDTF">2026-01-08T08:33:31Z</dcterms:created>
  <dcterms:modified xsi:type="dcterms:W3CDTF">2026-02-12T07:00:31Z</dcterms:modified>
</cp:coreProperties>
</file>