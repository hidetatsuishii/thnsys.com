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64" r:id="rId3"/>
    <p:sldId id="266" r:id="rId4"/>
    <p:sldId id="267" r:id="rId5"/>
    <p:sldId id="268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E00"/>
    <a:srgbClr val="FFFFFF"/>
    <a:srgbClr val="85CC4C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5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268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235A4E-79D1-EFFD-CFA5-A7F112891B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2E098B1-70E7-4EC5-144D-FFB94A74CD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291A31C-E8A0-025F-E080-9F379E371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2026/1/16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025BA1A-E812-1F44-6909-EBBD80EE0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A4A80C-903D-B729-690C-FCCB0FB23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4895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D957CB-EA8D-83A3-A584-C4FEADFEB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3A21606-43B6-ABB3-E2BF-075A6F5EB4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4391D18-6741-154D-ACA7-58B4BDC87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2026/1/16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5D96A56-D989-320E-1034-A6DC069FB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5648FE3-D84E-B7EC-EEAC-E65964320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4030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5AF930-F779-7654-C55E-DA28610D6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D963DAE-3280-92E3-438D-4B5408219A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39D73F9-38D4-8B2F-9AFE-9698C3DFE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2026/1/16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ED98295-49F2-79BA-419F-EC201FA90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803C432-AC48-7112-26FC-A1CCC7561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3369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33E384-5F04-1B07-A1C6-C8B550DF0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D26E2A5-A6C7-0CAD-6B07-89198B2FA6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DB0FEE5-13F0-C279-63FB-4A18436F6D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B50A393-3F6A-4EEC-4E9B-A5A98C302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2026/1/16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B80E0BC-2F26-70DB-67F1-C91A04E14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DAD7704-4DE5-CA2A-7791-5388424BF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8137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9227B9-859E-AE75-CABA-6B1D0F14B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E93A51A-1591-1EEE-9583-B90C6F35C9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0BF3E9E-D051-9317-8077-786614747F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BE5FDC8-1E89-9A1D-463A-73B00F8496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B856B6C-6275-61EB-69A6-FE04FD7CEC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C569816-9694-3229-5591-3682B6C98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2026/1/16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493CCDD-4CE0-6B9E-510F-BF049169D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C042E15-AFC1-D108-7FA8-64D12FA1A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6579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BAB012-2A52-5691-F879-443704CAD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EF8C168-305A-D215-6E8A-3DF45F4D9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2026/1/16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5D6B057-5510-A486-FEE9-7A84E4628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79E5724-A74B-87C9-B1AE-A4C07664D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3223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5FE89FE-FABC-C71F-14DF-70F7E497D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2026/1/16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BE45380-9086-BF01-DB07-68632AC04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7C12502-3FCD-DDC4-0884-2C20B0371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2953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000EED2-BD56-7223-99C8-9A07232BB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992F37C-9968-1DB6-3A33-D7F52E2EA4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64D538D-579F-E5C1-63B7-A45E2FDE3B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FAA74EE-D5D3-0BE2-ABC7-0F2241525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2026/1/16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D37DA31-9F5D-3D45-305C-3F6B399F5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F8BD39C-3C6D-611D-E963-9703C443C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0363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4B21E9-D36A-8B4C-B31F-2B3A216A8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CFBFE67-147A-AC39-5E81-28C1893E8A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0282BCA-6DB6-6C07-E046-8786EE4598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55DA908-BDD1-54F2-4996-AD845384F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2026/1/16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67D7E54-E883-CC3B-5462-E3942BB25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03592BE-5F49-6E6A-EC75-BB88362D0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7738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A8AB00-50B3-C61A-3CDC-02F59BE2D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0281968-8625-2AF0-F642-46FB909B16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EA761D7-9181-27A6-CAA7-FB7CE3AA6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2026/1/16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DADED3F-5047-874E-B39E-7C2EB5E2F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D1A120D-7D8E-25D4-DBF1-7C738B73C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1968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9AA8C23-5898-3612-6804-F70CDE9D1E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9FAD9B8-7E53-04B1-6E98-2C6731421A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FCFFB44-1996-43CB-1456-703F7F3BF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2026/1/16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36B2AFB-E590-49A1-33A1-FF50A9171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23B5350-92AC-E59A-1269-B1A02EA0B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9226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9DC2683-920F-F699-82C2-76BA5A123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B886B8C-2AA8-2403-A6BC-4113CA7E3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020BC70-FE75-3A57-F21A-22F9C7B69C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0CEFC9-8389-4AB9-928D-33999C1E90F2}" type="datetimeFigureOut">
              <a:rPr kumimoji="1" lang="ja-JP" altLang="en-US" smtClean="0"/>
              <a:t>2026/1/16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67C8E13-74A2-8829-4885-94E15124E9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AB83D88-D3AC-733F-E855-9E2E404C1F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6797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9C27C-D275-4752-2D9E-E0208890B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378E0397-17EC-0E9F-4F78-AD903B58F7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101" y="1256427"/>
            <a:ext cx="8107164" cy="4030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909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C5075-740B-33B0-8643-203FFACCE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グラフィカル ユーザー インターフェイス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3FF540B4-CC57-4F7E-CE3E-03DF9895C5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900" y="2239598"/>
            <a:ext cx="1450100" cy="793352"/>
          </a:xfrm>
          <a:prstGeom prst="rect">
            <a:avLst/>
          </a:prstGeom>
        </p:spPr>
      </p:pic>
      <p:pic>
        <p:nvPicPr>
          <p:cNvPr id="5" name="図 4" descr="キーボード, コンピュータ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FA6384CA-3615-29C7-6C71-E05B0892B2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28" t="9494" r="85474" b="72531"/>
          <a:stretch>
            <a:fillRect/>
          </a:stretch>
        </p:blipFill>
        <p:spPr>
          <a:xfrm>
            <a:off x="962227" y="1684716"/>
            <a:ext cx="671689" cy="801511"/>
          </a:xfrm>
          <a:prstGeom prst="rect">
            <a:avLst/>
          </a:prstGeom>
        </p:spPr>
      </p:pic>
      <p:pic>
        <p:nvPicPr>
          <p:cNvPr id="6" name="図 5" descr="キーボード, コンピュータ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C50AD233-D7DC-0FED-9328-C984613186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25" t="9494" r="50477" b="72531"/>
          <a:stretch>
            <a:fillRect/>
          </a:stretch>
        </p:blipFill>
        <p:spPr>
          <a:xfrm>
            <a:off x="1631458" y="1992015"/>
            <a:ext cx="671689" cy="801511"/>
          </a:xfrm>
          <a:prstGeom prst="rect">
            <a:avLst/>
          </a:prstGeom>
        </p:spPr>
      </p:pic>
      <p:pic>
        <p:nvPicPr>
          <p:cNvPr id="7" name="図 6" descr="キーボード, コンピュータ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E8D87EDE-853E-1096-16A1-C24BE3048A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70" t="50843" r="62433" b="31181"/>
          <a:stretch>
            <a:fillRect/>
          </a:stretch>
        </p:blipFill>
        <p:spPr>
          <a:xfrm>
            <a:off x="926765" y="2412375"/>
            <a:ext cx="671689" cy="801511"/>
          </a:xfrm>
          <a:prstGeom prst="rect">
            <a:avLst/>
          </a:prstGeom>
        </p:spPr>
      </p:pic>
      <p:pic>
        <p:nvPicPr>
          <p:cNvPr id="8" name="図 7" descr="キーボード, コンピュータ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B3F17F14-5CB6-9180-0E8C-487E3881D2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980" t="50843" r="14723" b="31181"/>
          <a:stretch>
            <a:fillRect/>
          </a:stretch>
        </p:blipFill>
        <p:spPr>
          <a:xfrm>
            <a:off x="2342616" y="1740558"/>
            <a:ext cx="671689" cy="801511"/>
          </a:xfrm>
          <a:prstGeom prst="rect">
            <a:avLst/>
          </a:prstGeom>
        </p:spPr>
      </p:pic>
      <p:pic>
        <p:nvPicPr>
          <p:cNvPr id="9" name="図 8" descr="キーボード, コンピュータ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4D2129BF-C120-FC0C-982B-C570A237C6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980" t="70777" r="14723" b="11247"/>
          <a:stretch>
            <a:fillRect/>
          </a:stretch>
        </p:blipFill>
        <p:spPr>
          <a:xfrm>
            <a:off x="2349596" y="2412375"/>
            <a:ext cx="671689" cy="801511"/>
          </a:xfrm>
          <a:prstGeom prst="rect">
            <a:avLst/>
          </a:prstGeom>
        </p:spPr>
      </p:pic>
      <p:sp>
        <p:nvSpPr>
          <p:cNvPr id="10" name="矢印: 右 9">
            <a:extLst>
              <a:ext uri="{FF2B5EF4-FFF2-40B4-BE49-F238E27FC236}">
                <a16:creationId xmlns:a16="http://schemas.microsoft.com/office/drawing/2014/main" id="{E257AD38-D35E-98E3-99C9-EBF37CDACDBA}"/>
              </a:ext>
            </a:extLst>
          </p:cNvPr>
          <p:cNvSpPr/>
          <p:nvPr/>
        </p:nvSpPr>
        <p:spPr>
          <a:xfrm>
            <a:off x="3192102" y="2239598"/>
            <a:ext cx="1282980" cy="604941"/>
          </a:xfrm>
          <a:prstGeom prst="rightArrow">
            <a:avLst>
              <a:gd name="adj1" fmla="val 50000"/>
              <a:gd name="adj2" fmla="val 79472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5909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76081-8CA9-BCAA-6336-A364B8794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 descr="キーボード, コンピュータ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F81C2003-23F0-58D6-0BA7-22E204CF89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28" t="9494" r="85474" b="72531"/>
          <a:stretch>
            <a:fillRect/>
          </a:stretch>
        </p:blipFill>
        <p:spPr>
          <a:xfrm>
            <a:off x="4495649" y="2401560"/>
            <a:ext cx="671689" cy="801511"/>
          </a:xfrm>
          <a:prstGeom prst="rect">
            <a:avLst/>
          </a:prstGeom>
        </p:spPr>
      </p:pic>
      <p:pic>
        <p:nvPicPr>
          <p:cNvPr id="3" name="図 2" descr="キーボード, コンピュータ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CAA46522-77D7-DA70-0988-722A4DF795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25" t="9494" r="50477" b="72531"/>
          <a:stretch>
            <a:fillRect/>
          </a:stretch>
        </p:blipFill>
        <p:spPr>
          <a:xfrm>
            <a:off x="5164880" y="2708859"/>
            <a:ext cx="671689" cy="801511"/>
          </a:xfrm>
          <a:prstGeom prst="rect">
            <a:avLst/>
          </a:prstGeom>
        </p:spPr>
      </p:pic>
      <p:pic>
        <p:nvPicPr>
          <p:cNvPr id="4" name="図 3" descr="キーボード, コンピュータ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1186FFEA-079E-C8F3-E330-B8B9EB4C11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70" t="50843" r="62433" b="31181"/>
          <a:stretch>
            <a:fillRect/>
          </a:stretch>
        </p:blipFill>
        <p:spPr>
          <a:xfrm>
            <a:off x="4460187" y="3129219"/>
            <a:ext cx="671689" cy="801511"/>
          </a:xfrm>
          <a:prstGeom prst="rect">
            <a:avLst/>
          </a:prstGeom>
        </p:spPr>
      </p:pic>
      <p:pic>
        <p:nvPicPr>
          <p:cNvPr id="5" name="図 4" descr="キーボード, コンピュータ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806BD7D7-E00D-44B6-FEDE-5793FA5968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980" t="50843" r="14723" b="31181"/>
          <a:stretch>
            <a:fillRect/>
          </a:stretch>
        </p:blipFill>
        <p:spPr>
          <a:xfrm>
            <a:off x="5876038" y="2457402"/>
            <a:ext cx="671689" cy="801511"/>
          </a:xfrm>
          <a:prstGeom prst="rect">
            <a:avLst/>
          </a:prstGeom>
        </p:spPr>
      </p:pic>
      <p:pic>
        <p:nvPicPr>
          <p:cNvPr id="6" name="図 5" descr="キーボード, コンピュータ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8BB3A4F3-E76C-1FC2-3C6A-127DA929FA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980" t="70777" r="14723" b="11247"/>
          <a:stretch>
            <a:fillRect/>
          </a:stretch>
        </p:blipFill>
        <p:spPr>
          <a:xfrm>
            <a:off x="5883018" y="3129219"/>
            <a:ext cx="671689" cy="801511"/>
          </a:xfrm>
          <a:prstGeom prst="rect">
            <a:avLst/>
          </a:prstGeom>
        </p:spPr>
      </p:pic>
      <p:pic>
        <p:nvPicPr>
          <p:cNvPr id="10" name="図 9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F7ECB978-7163-DC73-5427-1C936B9BD0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0149" y="3546555"/>
            <a:ext cx="384175" cy="384175"/>
          </a:xfrm>
          <a:prstGeom prst="rect">
            <a:avLst/>
          </a:prstGeom>
        </p:spPr>
      </p:pic>
      <p:pic>
        <p:nvPicPr>
          <p:cNvPr id="12" name="図 11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855561F6-D707-B635-F106-E7DBBBA803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0148" y="2858157"/>
            <a:ext cx="384175" cy="384175"/>
          </a:xfrm>
          <a:prstGeom prst="rect">
            <a:avLst/>
          </a:prstGeom>
        </p:spPr>
      </p:pic>
      <p:pic>
        <p:nvPicPr>
          <p:cNvPr id="14" name="図 13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CEA2725A-1FF9-C6F0-6929-8FAA0F975C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7678" y="3162380"/>
            <a:ext cx="384175" cy="384175"/>
          </a:xfrm>
          <a:prstGeom prst="rect">
            <a:avLst/>
          </a:prstGeom>
        </p:spPr>
      </p:pic>
      <p:pic>
        <p:nvPicPr>
          <p:cNvPr id="16" name="図 15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58F41805-A02E-CFA9-1E36-848A7B2A71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7971" y="2858156"/>
            <a:ext cx="384175" cy="384175"/>
          </a:xfrm>
          <a:prstGeom prst="rect">
            <a:avLst/>
          </a:prstGeom>
        </p:spPr>
      </p:pic>
      <p:pic>
        <p:nvPicPr>
          <p:cNvPr id="18" name="図 17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D93AF7E4-B615-389D-510D-F46F697F8C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7971" y="3530054"/>
            <a:ext cx="384175" cy="38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616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1E8EB-0CEE-2DB8-1712-E2C28FF1A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座る, テーブル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7A115927-AD01-1D2C-829F-DC2EED298D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5067" y="2143790"/>
            <a:ext cx="4330868" cy="3051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99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1B86E-4649-EA24-B019-ABF139C85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EO対策なら株式会社ペコプラ">
            <a:extLst>
              <a:ext uri="{FF2B5EF4-FFF2-40B4-BE49-F238E27FC236}">
                <a16:creationId xmlns:a16="http://schemas.microsoft.com/office/drawing/2014/main" id="{F570FFF2-147E-EBE7-DFD8-866676525F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375" y="1495425"/>
            <a:ext cx="6191250" cy="3867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473035A-0C71-788F-4945-05BE3A36075F}"/>
              </a:ext>
            </a:extLst>
          </p:cNvPr>
          <p:cNvSpPr/>
          <p:nvPr/>
        </p:nvSpPr>
        <p:spPr>
          <a:xfrm>
            <a:off x="6549959" y="4463654"/>
            <a:ext cx="2590800" cy="749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8509361-EE56-7EDA-C075-569BCFA21A6C}"/>
              </a:ext>
            </a:extLst>
          </p:cNvPr>
          <p:cNvSpPr/>
          <p:nvPr/>
        </p:nvSpPr>
        <p:spPr>
          <a:xfrm>
            <a:off x="6396566" y="1532494"/>
            <a:ext cx="2590800" cy="749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8FAD35B-7313-847B-892C-D0C5C47ED7EC}"/>
              </a:ext>
            </a:extLst>
          </p:cNvPr>
          <p:cNvSpPr txBox="1"/>
          <p:nvPr/>
        </p:nvSpPr>
        <p:spPr>
          <a:xfrm>
            <a:off x="6494376" y="1820129"/>
            <a:ext cx="24929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200" b="1" dirty="0">
                <a:solidFill>
                  <a:srgbClr val="85CC4C"/>
                </a:solidFill>
              </a:rPr>
              <a:t>東宝ハウスのネットワーク</a:t>
            </a:r>
            <a:r>
              <a:rPr lang="ja-JP" altLang="en-US" sz="1200" b="1" dirty="0">
                <a:solidFill>
                  <a:srgbClr val="85CC4C"/>
                </a:solidFill>
              </a:rPr>
              <a:t>からは</a:t>
            </a:r>
            <a:endParaRPr lang="en-US" altLang="ja-JP" sz="1200" b="1" dirty="0">
              <a:solidFill>
                <a:srgbClr val="85CC4C"/>
              </a:solidFill>
            </a:endParaRPr>
          </a:p>
          <a:p>
            <a:pPr algn="ctr"/>
            <a:r>
              <a:rPr kumimoji="1" lang="ja-JP" altLang="en-US" sz="1200" b="1" dirty="0">
                <a:solidFill>
                  <a:srgbClr val="85CC4C"/>
                </a:solidFill>
              </a:rPr>
              <a:t>接続可能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38EAC75-3E93-18B4-D43C-BC63FFD5F061}"/>
              </a:ext>
            </a:extLst>
          </p:cNvPr>
          <p:cNvSpPr txBox="1"/>
          <p:nvPr/>
        </p:nvSpPr>
        <p:spPr>
          <a:xfrm>
            <a:off x="6801656" y="4525891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200" b="1" dirty="0">
                <a:solidFill>
                  <a:srgbClr val="FF7E00"/>
                </a:solidFill>
              </a:rPr>
              <a:t>外部のネットワークからの</a:t>
            </a:r>
            <a:endParaRPr kumimoji="1" lang="en-US" altLang="ja-JP" sz="1200" b="1" dirty="0">
              <a:solidFill>
                <a:srgbClr val="FF7E00"/>
              </a:solidFill>
            </a:endParaRPr>
          </a:p>
          <a:p>
            <a:pPr algn="ctr"/>
            <a:r>
              <a:rPr lang="ja-JP" altLang="en-US" sz="1200" b="1" dirty="0">
                <a:solidFill>
                  <a:srgbClr val="FF7E00"/>
                </a:solidFill>
              </a:rPr>
              <a:t>アクセスはブロック</a:t>
            </a:r>
            <a:endParaRPr kumimoji="1" lang="ja-JP" altLang="en-US" sz="1200" b="1" dirty="0">
              <a:solidFill>
                <a:srgbClr val="FF7E00"/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823FFEE-B4B5-B012-34EC-17F38113686C}"/>
              </a:ext>
            </a:extLst>
          </p:cNvPr>
          <p:cNvSpPr txBox="1"/>
          <p:nvPr/>
        </p:nvSpPr>
        <p:spPr>
          <a:xfrm>
            <a:off x="4977746" y="1096513"/>
            <a:ext cx="2236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600" b="1" dirty="0"/>
              <a:t>管理画面へのアクセス</a:t>
            </a:r>
          </a:p>
        </p:txBody>
      </p:sp>
    </p:spTree>
    <p:extLst>
      <p:ext uri="{BB962C8B-B14F-4D97-AF65-F5344CB8AC3E}">
        <p14:creationId xmlns:p14="http://schemas.microsoft.com/office/powerpoint/2010/main" val="13547125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6163</TotalTime>
  <Words>20</Words>
  <Application>Microsoft Office PowerPoint</Application>
  <PresentationFormat>ワイド画面</PresentationFormat>
  <Paragraphs>5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東宝ハウスNEXT 石井 秀龍</dc:creator>
  <cp:lastModifiedBy>東宝ハウスNEXT 石井 秀龍</cp:lastModifiedBy>
  <cp:revision>6</cp:revision>
  <dcterms:created xsi:type="dcterms:W3CDTF">2026-01-08T08:33:31Z</dcterms:created>
  <dcterms:modified xsi:type="dcterms:W3CDTF">2026-01-16T08:28:47Z</dcterms:modified>
</cp:coreProperties>
</file>